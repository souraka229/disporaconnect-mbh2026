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DiasporaConnect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7316"/>
                </a:solidFill>
              </a:defRPr>
            </a:pPr>
            <a:r>
              <a:t>Transferts rapides et low-cost vers le Benin</a:t>
            </a:r>
            <a:br/>
            <a:r>
              <a:t>MIABE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303520"/>
            <a:ext cx="4572000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 Probleme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Frais traditionnels: jusqu'a 15% du montant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Delais de plusieurs jours (Western Union, MoneyGram)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Complications pour recevoir l'argent au Benin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Pas de traabilite en temps reel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La diaspora africaine envoie ~60Milliards$ par 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Notre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Plateforme de transfert blockchain Polygon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Frais ultra-bas: seulement 0.8%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Reception en moins de 30 minutes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Retrait via MTN Mobile Money ou Moov Money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Taux de change en temps reel (EUR/USD/GBP -&gt; XOF)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Fonctionnalites 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KYC par OTP - Pas de mot de passe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Conversion automatique EUR -&gt; USDC -&gt; XOF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Suivi en temps reel du transfert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Retrait Mobile Money instantane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Interface mobile-friendly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Comment ca Marche?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Pour l'emetteur (Diaspora):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- 1. S'inscrire avec telephone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- 2. Recevoir code OTP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- 3. Choisir montant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- 4. Payer par carte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- 5.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Pour le destinataire (Benin):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- 1. Rechercher le transfert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- 2. Verification OTP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- 3. Demande de retrait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- 4. Choix MTN ou Moov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- 5. Reception en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Frontend: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- HTML5/CSS3/JS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Design mobile-first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Lucide Icons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API RESTful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Backend: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- Node.js/Express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Prisma DB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Polygon Amoy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- Solidity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Securite et Conformite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KYC verifie par OTP telephonique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Cle privee chiffree AES-256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Transactions blockchain auditables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Relayer wallet pour retraits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Conforme regulations beninoises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Equipe - MIABE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Projet DiasporaConnect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Objectif: reduire les couts pour la diaspora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Demo fonctionnelle</a:t>
            </a:r>
          </a:p>
          <a:p>
            <a:pPr>
              <a:spcAft>
                <a:spcPts val="1800"/>
              </a:spcAft>
              <a:defRPr sz="2200">
                <a:solidFill>
                  <a:srgbClr val="0F172A"/>
                </a:solidFill>
              </a:defRPr>
            </a:pPr>
            <a:r>
              <a:t>- Pret pour mise en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Merci!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7316"/>
                </a:solidFill>
              </a:defRPr>
            </a:pPr>
            <a:r>
              <a:t>Testez:</a:t>
            </a:r>
            <a:br/>
            <a:r>
              <a:t>https://diaspora-connect-ayaxntwu.devinapps.com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303520"/>
            <a:ext cx="4572000" cy="73152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